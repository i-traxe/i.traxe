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. T R A X 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Personal Safety Device,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 Away.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keychain-sized SOS safety device for women — GSM-based, GPS-enabled, no internet or app required.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8064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5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806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99232" y="580644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25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99232" y="5806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57216" y="58064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5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57216" y="5806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3448" y="58064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5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3448" y="5806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Mentor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5806440"/>
            <a:ext cx="2093976" cy="384048"/>
          </a:xfrm>
          <a:prstGeom prst="roundRect">
            <a:avLst>
              <a:gd name="adj" fmla="val 50000"/>
            </a:avLst>
          </a:prstGeom>
          <a:solidFill>
            <a:srgbClr val="25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72600" y="580644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Coverage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VALIDATED BY MARKET RESEARCH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don't feel safe —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numbers prove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0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49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against women reported every day in India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60604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0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600,000+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749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recorded over the past 20 years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60604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0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2926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18,000 Cr+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749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 for personal safety devices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gives I.TRAXE a validated problem, a sized opportunity, and early buyer confidence — before a single unit is built.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BUILT ON SMART DEVICES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button. Real-time location.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app, no internet needed.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80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807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GSM-Based SOS Alert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1729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mobile network — no smartphone or data plan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807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1729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shared instantly with emergency contacts the moment SOS is triggered.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6634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90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Single-Button Trigger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9560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split-second use in a crisis — no menus, no steps.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257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6634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590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Keychain-Sized Form Factor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95604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and discreet enough for everyday carry, anywhere.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·  SHAPED BY BUSINESS MENTOR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to sell. Built to scale.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743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4,499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468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8803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online sales, expanding into retail and institutional buyers — colleges, corporates, and gig-work platforms.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3886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Readiness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4297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model, margins, and go-to-market plan structured into a clear, investor-ready pitch.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Mentor turns a validated problem and a working device into a priced, sellable, fundable business.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 ·  HANDLED BY LEGAL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Certified, compliant, and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cleared to ship.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0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Certification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hardware safety certification required to legally sell electronic devices in India.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6060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0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880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474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Compliance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GPS and personal location data is handled and stored lawfully.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6060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890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880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74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Licensing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licensing rights for the GSM module used inside the device.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Team removes the regulatory risk that would otherwise block I.TRAXE from legally reaching a single customer.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CREDIBILITY  ·  DRIVEN BY MEDIA COVERAGE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safety mission into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visibility, trust, and demand.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Awareness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visibility around the women's safety problem I.TRAXE solves.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60604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Momentum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early pre-orders ahead of full-scale launch.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60604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Credibility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474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with retail partners and institutional buyers.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Coverage converts a certified, priced product into market demand and buyer trust at scale.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resources. One safety device,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 to end.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25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problem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15768" y="265176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25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98648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98648" y="3337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3977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hardware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91456" y="265176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25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74336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74336" y="3337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74336" y="3977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for sale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665976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67144" y="265176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25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50024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50024" y="3337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0024" y="3977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go to market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741664" y="33375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42832" y="265176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25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25712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3337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3977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demand &amp; trust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building a market-ready safety product — one press away from help, for every woman who needs it.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I.TRAXE — Personal Safety, One Press Away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2026-08-29T09:39:41Z</dcterms:created>
  <dcterms:modified xsi:type="dcterms:W3CDTF">2026-08-29T09:39:41Z</dcterms:modified>
</cp:coreProperties>
</file>